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7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Adaptive Study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5B4FC"/>
                </a:solidFill>
              </a:rPr>
              <a:t>AI-Powered Personalised Learning That Adapts to Every Student in Real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39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Hackathon  ·  PS 09  ·  Team </a:t>
            </a:r>
            <a:r>
              <a:rPr lang="en-US" sz="1300" b="1" dirty="0" err="1" smtClean="0">
                <a:solidFill>
                  <a:srgbClr val="94A3B8"/>
                </a:solidFill>
              </a:rPr>
              <a:t>babyBot</a:t>
            </a:r>
            <a:endParaRPr sz="1300" b="1">
              <a:solidFill>
                <a:srgbClr val="94A3B8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61120" y="1828800"/>
            <a:ext cx="2651760" cy="640080"/>
          </a:xfrm>
          <a:prstGeom prst="rect">
            <a:avLst/>
          </a:prstGeom>
          <a:solidFill>
            <a:srgbClr val="0D35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4D399"/>
                </a:solidFill>
              </a:rPr>
              <a:t>Engaged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743200"/>
            <a:ext cx="2651760" cy="640080"/>
          </a:xfrm>
          <a:prstGeom prst="rect">
            <a:avLst/>
          </a:prstGeom>
          <a:solidFill>
            <a:srgbClr val="3E3009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BBF24"/>
                </a:solidFill>
              </a:rPr>
              <a:t>Struggling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4502331"/>
            <a:ext cx="2651760" cy="640080"/>
          </a:xfrm>
          <a:prstGeom prst="rect">
            <a:avLst/>
          </a:prstGeom>
          <a:solidFill>
            <a:srgbClr val="3E1C1C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87171"/>
                </a:solidFill>
              </a:rPr>
              <a:t>Fatigued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0172" y="3657599"/>
            <a:ext cx="2651760" cy="6400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rgbClr val="0099FF"/>
                </a:solidFill>
              </a:rPr>
              <a:t>Boredom</a:t>
            </a:r>
            <a:endParaRPr sz="1600" b="1">
              <a:solidFill>
                <a:srgbClr val="0099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Traditional learning ignores how students feel while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Students get fatigued but keep pressing forward — quality drops silently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9152"/>
            <a:ext cx="10972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963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Struggling students don't ask for help — they just give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55264"/>
            <a:ext cx="10972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3467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924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Bored students rush through content without retaining anything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51376"/>
            <a:ext cx="10972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8853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Teachers have no visibility into real-time engagement or struggle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47488"/>
            <a:ext cx="10972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1389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846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One-size-fits-all content delivery fails the majority of students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An AI study companion that senses, adapts, and teaches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Adaptive Study Companion monitors behavioural signals as students learn — and automatically adapts the AI tutor's style, pacing, and support to match each student's current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60604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366F1"/>
                </a:solidFill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862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Detects Struggle, Boredom &amp; Fatigue from interaction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77440"/>
            <a:ext cx="260604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D399"/>
                </a:solidFill>
              </a:rPr>
              <a:t>Adapt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8862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AI tutor changes tone — simpler for fatigue, challenging for boredom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260604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83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</a:rPr>
              <a:t>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8862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Section quizzes graded by AI with gibberish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377440"/>
            <a:ext cx="2606040" cy="347472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383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78BFA"/>
                </a:solidFill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8862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Teacher dashboard with per-student behavioural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Real-time feedback loop between student behaviour and AI response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164592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Student
Reads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48840"/>
            <a:ext cx="45720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46120" y="1645920"/>
            <a:ext cx="1188720" cy="11887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Behavioural
Engine Analyses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48840"/>
            <a:ext cx="45720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32120" y="1645920"/>
            <a:ext cx="1188720" cy="11887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State
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148840"/>
            <a:ext cx="45720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818120" y="1645920"/>
            <a:ext cx="1188720" cy="11887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AI Adapts
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148840"/>
            <a:ext cx="45720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04120" y="1645920"/>
            <a:ext cx="1188720" cy="11887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Assessment
&amp;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5B4FC"/>
                </a:solidFill>
              </a:rPr>
              <a:t>Signals monitored: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2277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840480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Mouse movement &amp; scroll speed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24528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142232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Idle / inactive duration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443984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Answer accuracy trend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28032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4745736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Response time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29784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5047488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AI chat interactions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3153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5349240"/>
            <a:ext cx="3950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Tab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5B4FC"/>
                </a:solidFill>
              </a:rPr>
              <a:t>Detected States: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🟢 </a:t>
            </a:r>
            <a:r>
              <a:rPr lang="en-US" sz="1400" b="1" dirty="0" smtClean="0">
                <a:solidFill>
                  <a:srgbClr val="34D399"/>
                </a:solidFill>
              </a:rPr>
              <a:t>   </a:t>
            </a:r>
            <a:r>
              <a:rPr sz="1400" b="1" smtClean="0">
                <a:solidFill>
                  <a:srgbClr val="34D399"/>
                </a:solidFill>
              </a:rPr>
              <a:t>Engaged</a:t>
            </a:r>
            <a:endParaRPr sz="1400" b="1">
              <a:solidFill>
                <a:srgbClr val="34D399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🟡 </a:t>
            </a:r>
            <a:r>
              <a:rPr lang="en-US" sz="1400" b="1" dirty="0" smtClean="0">
                <a:solidFill>
                  <a:srgbClr val="FBBF24"/>
                </a:solidFill>
              </a:rPr>
              <a:t>   </a:t>
            </a:r>
            <a:r>
              <a:rPr sz="1400" b="1" smtClean="0">
                <a:solidFill>
                  <a:srgbClr val="FBBF24"/>
                </a:solidFill>
              </a:rPr>
              <a:t>Struggling</a:t>
            </a:r>
            <a:endParaRPr sz="1400" b="1">
              <a:solidFill>
                <a:srgbClr val="FBBF2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7E8F9"/>
                </a:solidFill>
              </a:rPr>
              <a:t>🔵 </a:t>
            </a:r>
            <a:r>
              <a:rPr lang="en-US" sz="1400" b="1" dirty="0" smtClean="0">
                <a:solidFill>
                  <a:srgbClr val="67E8F9"/>
                </a:solidFill>
              </a:rPr>
              <a:t>   </a:t>
            </a:r>
            <a:r>
              <a:rPr sz="1400" b="1" smtClean="0">
                <a:solidFill>
                  <a:srgbClr val="67E8F9"/>
                </a:solidFill>
              </a:rPr>
              <a:t>Bored</a:t>
            </a:r>
            <a:endParaRPr sz="1400" b="1">
              <a:solidFill>
                <a:srgbClr val="67E8F9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</a:rPr>
              <a:t>🔴 </a:t>
            </a:r>
            <a:r>
              <a:rPr lang="en-US" sz="1400" b="1" dirty="0" smtClean="0">
                <a:solidFill>
                  <a:srgbClr val="F87171"/>
                </a:solidFill>
              </a:rPr>
              <a:t>   </a:t>
            </a:r>
            <a:r>
              <a:rPr sz="1400" b="1" smtClean="0">
                <a:solidFill>
                  <a:srgbClr val="F87171"/>
                </a:solidFill>
              </a:rPr>
              <a:t>Fatigued</a:t>
            </a:r>
            <a:endParaRPr sz="1400" b="1">
              <a:solidFill>
                <a:srgbClr val="F8717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1248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5B4FC"/>
                </a:solidFill>
              </a:rPr>
              <a:t>AI Adapts By: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392277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77072" y="384048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Struggling → Simpler language, analogies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4224528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77072" y="4142232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Bored → Socratic questions, harder problems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52628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77072" y="4443984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Fatigued → 3 sentences max, break nudge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828032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77072" y="4745736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Engaged → Rich, detailed explanations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Behavioural Intelligence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Three independent scores drive real-time state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64792"/>
            <a:ext cx="64008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Struggle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3911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Wrong answers, multiple attempts, AI help requests, slow response times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384048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1691640"/>
            <a:ext cx="1152144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892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Threshold: 30/100 (demo)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112471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410712"/>
            <a:ext cx="640080" cy="64008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27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7E8F9"/>
                </a:solidFill>
              </a:rPr>
              <a:t>Boredom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8503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Rapid scrolling, fast correct answers, short free-text, no AI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337560"/>
            <a:ext cx="384048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3337560"/>
            <a:ext cx="1152144" cy="164592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3538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Threshold: 30/100 (demo)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12471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5056632"/>
            <a:ext cx="640080" cy="6400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737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Fatigue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3095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Long idle periods, declining accuracy trend, session duration &gt; 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983480"/>
            <a:ext cx="384048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4983480"/>
            <a:ext cx="1152144" cy="16459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5184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Threshold: 30/100 (demo)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5B4FC"/>
                </a:solidFill>
              </a:rPr>
              <a:t>⚡ Scores decay every 30 seconds — active engagement always reduces them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Modern, scalable, AI-native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⚡ Next.js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App Router, SSR, API rewrites to proxy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48640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8191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🐍 </a:t>
            </a:r>
            <a:r>
              <a:rPr lang="en-US" sz="1600" b="1" dirty="0" smtClean="0">
                <a:solidFill>
                  <a:srgbClr val="34D399"/>
                </a:solidFill>
              </a:rPr>
              <a:t>   </a:t>
            </a:r>
            <a:r>
              <a:rPr sz="1600" b="1" smtClean="0">
                <a:solidFill>
                  <a:srgbClr val="34D399"/>
                </a:solidFill>
              </a:rPr>
              <a:t>FastAPI</a:t>
            </a:r>
            <a:endParaRPr sz="1600" b="1">
              <a:solidFill>
                <a:srgbClr val="34D39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20391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Python backend — REST endpoints for chat, assess, sessions,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48640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smtClean="0">
                <a:solidFill>
                  <a:srgbClr val="FBBF24"/>
                </a:solidFill>
              </a:rPr>
              <a:t>🐘 </a:t>
            </a:r>
            <a:r>
              <a:rPr lang="en-US" sz="1600" b="1" dirty="0" smtClean="0">
                <a:solidFill>
                  <a:srgbClr val="FBBF24"/>
                </a:solidFill>
              </a:rPr>
              <a:t>   </a:t>
            </a:r>
            <a:r>
              <a:rPr sz="1600" b="1" smtClean="0">
                <a:solidFill>
                  <a:srgbClr val="FBBF24"/>
                </a:solidFill>
              </a:rPr>
              <a:t>PostgreSQL</a:t>
            </a:r>
            <a:endParaRPr sz="1600" b="1">
              <a:solidFill>
                <a:srgbClr val="FBBF2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68503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Session storage with JSONB for behavioural state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063240"/>
            <a:ext cx="548640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22783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7E8F9"/>
                </a:solidFill>
              </a:rPr>
              <a:t>🔍 </a:t>
            </a:r>
            <a:r>
              <a:rPr lang="en-US" sz="1600" b="1" dirty="0" smtClean="0">
                <a:solidFill>
                  <a:srgbClr val="67E8F9"/>
                </a:solidFill>
              </a:rPr>
              <a:t>   </a:t>
            </a:r>
            <a:r>
              <a:rPr sz="1600" b="1" smtClean="0">
                <a:solidFill>
                  <a:srgbClr val="67E8F9"/>
                </a:solidFill>
              </a:rPr>
              <a:t>pgvector </a:t>
            </a:r>
            <a:r>
              <a:rPr sz="1600" b="1">
                <a:solidFill>
                  <a:srgbClr val="67E8F9"/>
                </a:solidFill>
              </a:rPr>
              <a:t>+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8503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Topic content embedded as vectors — semantic retrieval for AI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548640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7375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🤖 </a:t>
            </a:r>
            <a:r>
              <a:rPr lang="en-US" sz="1600" b="1" dirty="0" smtClean="0">
                <a:solidFill>
                  <a:srgbClr val="A78BFA"/>
                </a:solidFill>
              </a:rPr>
              <a:t>   </a:t>
            </a:r>
            <a:r>
              <a:rPr sz="1600" b="1" smtClean="0">
                <a:solidFill>
                  <a:srgbClr val="A78BFA"/>
                </a:solidFill>
              </a:rPr>
              <a:t>Claude </a:t>
            </a:r>
            <a:r>
              <a:rPr sz="1600" b="1">
                <a:solidFill>
                  <a:srgbClr val="A78BFA"/>
                </a:solidFill>
              </a:rPr>
              <a:t>(Anthropic)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3095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Powers the AI tutor (chat) and free-text answer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709160"/>
            <a:ext cx="548640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87375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</a:rPr>
              <a:t>💾 </a:t>
            </a:r>
            <a:r>
              <a:rPr lang="en-US" sz="1600" b="1" dirty="0" smtClean="0">
                <a:solidFill>
                  <a:srgbClr val="F87171"/>
                </a:solidFill>
              </a:rPr>
              <a:t>   </a:t>
            </a:r>
            <a:r>
              <a:rPr sz="1600" b="1" smtClean="0">
                <a:solidFill>
                  <a:srgbClr val="F87171"/>
                </a:solidFill>
              </a:rPr>
              <a:t>localStorage</a:t>
            </a:r>
            <a:endParaRPr sz="1600" b="1">
              <a:solidFill>
                <a:srgbClr val="F8717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33095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Client-side session persistence — resume mid-topic on refresh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 Student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Behavioural patterns captured in our demo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060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Sessions
Recorded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060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BBF24"/>
                </a:solidFill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Avg Score
(baseline)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060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5B4FC"/>
                </a:solidFill>
              </a:rPr>
              <a:t>4/4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423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Sections
Completed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463040"/>
            <a:ext cx="26060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7171"/>
                </a:solidFill>
              </a:rPr>
              <a:t>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23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Most Common
Final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5B4FC"/>
                </a:solidFill>
              </a:rPr>
              <a:t>What the data shows: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31335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749039"/>
            <a:ext cx="6693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Students scored consistently low (31–35%) — indicates genuine learning difficulty on first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4281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160520"/>
            <a:ext cx="6693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Fatigue was the dominant final state — confirms need for adaptive pacing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5429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572000"/>
            <a:ext cx="6693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Electric Circuits &amp; Acids and Bases completed fully — engagement held through all sections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65775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983479"/>
            <a:ext cx="66934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Photosynthesis partially completed — dropped at section 2/5 (detected fatigue at that point)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5B4FC"/>
                </a:solidFill>
              </a:rPr>
              <a:t>This is exactly what teachers need — early warning before a student disengages completely.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Every student deserves a tutor
that understands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11091672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</a:rPr>
              <a:t>Adaptive Study Companion makes that possible — at scale, in real time, for every classroom.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5B4FC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Questions &amp; Demo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645920"/>
            <a:ext cx="27432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691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Students Tracked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3017520"/>
            <a:ext cx="27432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30632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611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Topics Covered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389120"/>
            <a:ext cx="27432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5B4F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983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Behavioural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571</Words>
  <Application>Microsoft Macintosh PowerPoint</Application>
  <PresentationFormat>Custom</PresentationFormat>
  <Paragraphs>119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Paari Boomibalagan</cp:lastModifiedBy>
  <cp:revision>4</cp:revision>
  <dcterms:created xsi:type="dcterms:W3CDTF">2013-01-27T09:14:16Z</dcterms:created>
  <dcterms:modified xsi:type="dcterms:W3CDTF">2026-05-16T11:16:56Z</dcterms:modified>
  <cp:category/>
</cp:coreProperties>
</file>